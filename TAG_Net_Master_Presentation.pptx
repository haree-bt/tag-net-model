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1 - OPENING HOOK (0:00 - 1:00)]:</a:t>
            </a:r>
          </a:p>
          <a:p>
            <a:r>
              <a:t>Good morning respected evaluators. Today, our team presents TAG-Net: a Task-Aware Affordance-Gated Grasp Network that solves a long-standing vulnerability in autonomous robotics: semantic blindness. Over the next 12 minutes, we will walk you through the core mathematical theory, our novel AGAM attention gating mechanism, and our live 6-DoF physics simulation in MuJoCo. Speaker 1 will cover motivation and data; Speaker 2 will explain architecture and math; Speaker 3 will demonstrate the physical kinematics and empirical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1 - THE CORE PROBLEM (1:00 - 2:15)]:</a:t>
            </a:r>
          </a:p>
          <a:p>
            <a:r>
              <a:t>Here is the crux of the problem. For the past decade, deep learning grasping models like GG-CNN and Dex-Net have treated grasping as a purely geometric problem: find where antipodal fingers can squeeze with maximum friction. While this works on random industrial parts, it fails dangerously on human-centric tools.</a:t>
            </a:r>
          </a:p>
          <a:p>
            <a:r>
              <a:t>Look at the right image: when a conventional model evaluates a chef knife, the blade has the largest planar surface area, so the model pinches the blade with high confidence! If a robot hands this knife to a person, it leads to severe injury. Mechanical feasibility does NOT equal task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1 - EDA &amp; STATISTICAL BIAS (2:15 - 3:15)]:</a:t>
            </a:r>
          </a:p>
          <a:p>
            <a:r>
              <a:t>To analyze why conventional models fail, our Exploratory Data Analysis in Slide 3 reveals a vital mathematical insight: across all tool classes, the hazardous functional area—the blade, rim, or shaft—occupies between 55% and 70% of the visible pixels. The safe handle is actually a minority region.</a:t>
            </a:r>
          </a:p>
          <a:p>
            <a:r>
              <a:t>Because geometry-only models seek the highest depth contrast, they are statistically biased toward the larger hazard zone. This proves that safe grasping requires semantic attention, not just geometric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1 - FORMULATION &amp; TRANSITION (3:15 - 4:00)]:</a:t>
            </a:r>
          </a:p>
          <a:p>
            <a:r>
              <a:t>We mathematically formulate candidate grasps in 5-dimensional planar space: g equals (x, y, theta, w, q), where (x, y) is the grasp center, theta is the approach angle, w is the finger opening, and q is grasp quality. The network takes a 4-channel RGB-D tensor and outputs pixel-wise quality, angle, and width heatmaps.</a:t>
            </a:r>
          </a:p>
          <a:p>
            <a:r>
              <a:t>Now, Speaker 2 will explain how TAG-Net modulates this formulation with our Affordance-Gated Attention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2 - ARCHITECTURE OVERVIEW (4:00 - 5:15)]:</a:t>
            </a:r>
          </a:p>
          <a:p>
            <a:r>
              <a:t>Thank you Speaker 1. To solve semantic blindness, we designed TAG-Net. As seen in the architecture diagram, the model receives a 4-channel RGB-D tensor into a shared ResNet encoder. Rather than directly predicting grasps from raw features, TAG-Net branches into two coordinated streams:</a:t>
            </a:r>
          </a:p>
          <a:p>
            <a:r>
              <a:t>Stream A is the Geometric Grasp Head, which predicts mechanical graspability.</a:t>
            </a:r>
          </a:p>
          <a:p>
            <a:r>
              <a:t>Stream B is our novel Affordance-Gated Attention Mechanism (AGAM), which predicts a pixel-wise semantic affordance probability mask M_aff designating safe handle regions.</a:t>
            </a:r>
          </a:p>
          <a:p>
            <a:r>
              <a:t>These two streams fuse via a Hadamard element-wise gating operation, ensuring candidate grasps outside the safe zone are suppressed.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2 - MATHEMATICAL FORMULATIONS (5:15 - 6:30)]:</a:t>
            </a:r>
          </a:p>
          <a:p>
            <a:r>
              <a:t>Here are the core mathematical innovations.</a:t>
            </a:r>
          </a:p>
          <a:p>
            <a:r>
              <a:t>First, antipodal grippers are symmetric across 180 degrees, creating severe step discontinuities when training with raw radians. We decompose theta into continuous 2-theta harmonic sinusoidal components: sin(2-theta) and cos(2-theta).</a:t>
            </a:r>
          </a:p>
          <a:p>
            <a:r>
              <a:t>Second, our gating equation dynamically blends geometry Q_geom with the Hadamard product Q_geom element-wise multiplied by M_aff. When alpha=1.0, candidate grasps on cutting blades or rims receive a zero quality score.</a:t>
            </a:r>
          </a:p>
          <a:p>
            <a:r>
              <a:t>Third, our joint multi-task loss optimizes Huber quality regression, L2 angle harmonics, L1 width span, and Binary Cross-Entropy affordance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2 - ALPHA ABLATION (6:30 - 7:45)]:</a:t>
            </a:r>
          </a:p>
          <a:p>
            <a:r>
              <a:t>In Slide 7, we present the ablation study sweeping alpha from 0.0 to 1.0 across test evaluations.</a:t>
            </a:r>
          </a:p>
          <a:p>
            <a:r>
              <a:t>Notice that when alpha=0.0—representing the conventional blind geometry model—nearly a third of all grasps fall into hazardous zones. As we scale alpha toward 1.0, dangerous contacts plummet to exactly 0.0% while task-safe handle grasping reaches 100%. This directly proves that the AGAM module successfully suppresses unsafe candidate grasps.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2 - ORIENTATION ROBUSTNESS (7:45 - 9:00)]:</a:t>
            </a:r>
          </a:p>
          <a:p>
            <a:r>
              <a:t>In practical deployment, objects are never placed in neat horizontal lines. We evaluated TAG-Net across arbitrary table orientations from 0 to 315 degrees.</a:t>
            </a:r>
          </a:p>
          <a:p>
            <a:r>
              <a:t>As shown in Slide 8, our mean angular prediction error is strictly under 4.8 degrees—well within the 10-degree physical compliance margin of parallel-jaw grippers. Look at the bottom-right 3D snapshot: for a mug rotated 45 degrees, the model correctly aligns with the rotated lateral handle.</a:t>
            </a:r>
          </a:p>
          <a:p>
            <a:r>
              <a:t>Speaker 3 will now explain our 6-DoF kinematics and demonstrate the physical execution in MuJoCo.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3 - 6-DOF DIGITAL TWIN &amp; KINEMATICS (9:00 - 10:15)]:</a:t>
            </a:r>
          </a:p>
          <a:p>
            <a:r>
              <a:t>Thank you Speaker 2. Perception is only half the battle; the grasp must be mechanically executable. We built a high-fidelity 6-DoF robotic digital twin in MuJoCo 3.15.</a:t>
            </a:r>
          </a:p>
          <a:p>
            <a:r>
              <a:t>To guarantee stable antipodal gripping, our analytical Inverse Kinematics solver enforces the top-down pitch constraint: j2 + j3 + j4 = pi. This frees Joint 5—the wrist roll—to dynamically match the detected table orientation angle phi.</a:t>
            </a:r>
          </a:p>
          <a:p>
            <a:r>
              <a:t>As shown on the left snapshot, the robot executes a seamless 6-phase trajectory: standby, alignment, smooth descent, force clamping, vertical lift (+180mm), and final task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3 - WEB STUDIO &amp; REST API (10:15 - 11:30)]:</a:t>
            </a:r>
          </a:p>
          <a:p>
            <a:r>
              <a:t>We packaged the entire pipeline into an asynchronous FastAPI service serving an executive dark studio interface at localhost:8000.</a:t>
            </a:r>
          </a:p>
          <a:p>
            <a:r>
              <a:t>Evaluators can toggle between TAG-Net and the conventional baseline, rotate the slider through 360 degrees, and watch the wrist roll dynamically track the orientation in the live 16:9 MuJoCo stream. The model operates at 17.69 milliseconds per frame—delivering 56.5 FPS real-time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3 - BENCHMARKS &amp; QUALITATIVE PROOF (11:30 - 12:45)]:</a:t>
            </a:r>
          </a:p>
          <a:p>
            <a:r>
              <a:t>Here are our rigorous empirical results evaluated across 500 unseen test samples.</a:t>
            </a:r>
          </a:p>
          <a:p>
            <a:r>
              <a:t>Notice that both models achieve 100% mechanical stability, proving that TAG-Net loses zero physical grasping ability.</a:t>
            </a:r>
          </a:p>
          <a:p>
            <a:r>
              <a:t>However, the conventional baseline commits hazard violations in 31.5% of cases—clamping cutting blades and rims. TAG-Net completely eliminates hazard violations, achieving 100% task safety with zero danger contacts.</a:t>
            </a:r>
          </a:p>
          <a:p>
            <a:r>
              <a:t>On the left explainability matrix, you can clearly see the red failure boxes on the blade and rim for the baseline, contrasted against the green safe handle grasps for TAG-Net.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3 - CONCLUSION &amp; CALL FOR Q&amp;A (12:45 - 13:30)]:</a:t>
            </a:r>
          </a:p>
          <a:p>
            <a:r>
              <a:t>In conclusion, TAG-Net demonstrates that autonomous manipulation cannot rely on geometric depth alone; it requires semantic task grounding. By introducing affordance-gated attention and coupling it with 6-DoF kinematics, we achieve zero-hazard physical manipulation.</a:t>
            </a:r>
          </a:p>
          <a:p>
            <a:r>
              <a:t>All our models, checkpoints, Google Colab notebooks, and the live API are fully documented and accessible.</a:t>
            </a:r>
          </a:p>
          <a:p>
            <a:r>
              <a:t>Thank you for your time, and we welcome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75488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ROBOTICS AI &amp; TASK-AWARE MANIPULATION</a:t>
            </a:r>
          </a:p>
          <a:p>
            <a:pPr>
              <a:defRPr sz="3000" b="1">
                <a:solidFill>
                  <a:srgbClr val="F8FAFC"/>
                </a:solidFill>
              </a:defRPr>
            </a:pPr>
            <a:r>
              <a:t>TAG-Net: Task-Aware Affordance-Gated Grasp Network</a:t>
            </a:r>
          </a:p>
          <a:p>
            <a:pPr>
              <a:spcAft>
                <a:spcPts val="2800"/>
              </a:spcAft>
              <a:defRPr sz="1400">
                <a:solidFill>
                  <a:srgbClr val="94A3B8"/>
                </a:solidFill>
              </a:defRPr>
            </a:pPr>
            <a:r>
              <a:t>Eliminating Semantic Blindness in Autonomous 6-DoF Robotic Manipulation via Affordance-Gated Attention</a:t>
            </a:r>
          </a:p>
          <a:p>
            <a:pPr>
              <a:spcAft>
                <a:spcPts val="2000"/>
              </a:spcAft>
              <a:defRPr sz="1200">
                <a:solidFill>
                  <a:srgbClr val="F8FAFC"/>
                </a:solidFill>
              </a:defRPr>
            </a:pPr>
            <a:r>
              <a:t>• Speaker 1: Foundations, Failure of Prior Art &amp; Dataset Formulation</a:t>
            </a:r>
            <a:br/>
            <a:r>
              <a:t>• Speaker 2: Neural Architecture, AGAM Gating &amp; Mathematical Derivations</a:t>
            </a:r>
            <a:br/>
            <a:r>
              <a:t>• Speaker 3: 6-DoF MuJoCo Digital Twin, Studio UI &amp; Empirical Validation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Engine: MuJoCo 3.15 HD  |  Inference: 17.69 ms (56.5 FPS)  |  Safety Guarantee: 0.0% Hazard Violation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1]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The Critical Failure of Conventional Grasping: Semantic Blindness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300" b="1">
                <a:solidFill>
                  <a:srgbClr val="F43F5E"/>
                </a:solidFill>
              </a:defRPr>
            </a:pPr>
            <a:r>
              <a:t>THE PROBLEM: GEOMETRY != TASK SAFETY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Classical Prior Art (GG-CNN, Dex-Net): 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Rely purely on depth contrast and antipodal normal alignment to maximize physical contact area.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The Fatal Flaw: 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On everyday tools, the largest and flattest surface is the most dangerous part (e.g. sharp knife blade, drinking rim, screwdriver shaft).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Catastrophic Real-World Hazard: 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Conventional models predict grasps on cutting blades with &gt;90% confidence! When handing a knife to a human, this causes severe lacerations.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The Core Requirement: 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Grasping must be semantically task-grounded—distinguishing safe functional handles from dangerous functional tips.</a:t>
            </a:r>
          </a:p>
        </p:txBody>
      </p:sp>
      <p:pic>
        <p:nvPicPr>
          <p:cNvPr id="5" name="Picture 4" descr="3d_knife_blade_ha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1]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Exploratory Data Analysis (EDA): Surface Area Imbalance</a:t>
            </a:r>
          </a:p>
        </p:txBody>
      </p:sp>
      <p:pic>
        <p:nvPicPr>
          <p:cNvPr id="4" name="Picture 3" descr="plot1_eda_datas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MATHEMATICAL BIAS TOWARD HAZARDS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</a:defRPr>
            </a:pPr>
            <a:r>
              <a:t>1. Dataset Balance: 500 rigorously annotated RGB-D tool samples across Knife, Mug, Screwdriver, Scissors, and Hammer.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</a:defRPr>
            </a:pPr>
            <a:r>
              <a:t>2. The 70/30 Surface Imbalance: Hazardous tips occupy 55% to 70% of total surface pixels, while ergonomic handles represent only 30% to 45%.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</a:defRPr>
            </a:pPr>
            <a:r>
              <a:t>3. Why Geometry Alone Fails: Blind geometric quality estimators statistically latch onto the dominant hazard surface area.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</a:defRPr>
            </a:pPr>
            <a:r>
              <a:t>4. Conclusion: Safe grasping cannot be achieved by simple confidence thresholding; it demands an explicit Affordance Attention mechanism.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1]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Mathematical Formulation of Planar Robotic Grasps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5D GRASP PARAMETERIZATION</a:t>
            </a:r>
          </a:p>
          <a:p>
            <a:pPr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t>g = (x, y, θ, w, q) ∈ SE(2) × ℝ²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(x, y) ∈ ℝ²: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Planar grasp center coordinates in camera image frame.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θ ∈ [-π/2, π/2]: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Gripper approach angle relative to horizontal table axis.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w ∈ [0, w_max]: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Required parallel gripper finger opening span in pixels.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q ∈ [0, 1]: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Scalar grasp confidence and antipodal stability quality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INPUT / OUTPUT SPECIFICATIONS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Input Tensor X ∈ ℝ^(4 × H × W):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Synchronized RGB-D tensor (RGB color + metric depth plane normalized to table height).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Output Quality Heatmap Q ∈ [0, 1]^(H × W):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Pixel-wise probability distribution representing grasp candidate viability.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Angle Representation (sin 2θ, cos 2θ):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Continuous harmonic trigonometric decomposition to eliminate 180° antipodal gripper symmetry discontinuities.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Width Map W ∈ ℝ^(H × W):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Pixel-wise optimal gripper span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2]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Proposed Architecture: TAG-Net &amp; Affordance Gating (AGAM)</a:t>
            </a:r>
          </a:p>
        </p:txBody>
      </p:sp>
      <p:pic>
        <p:nvPicPr>
          <p:cNvPr id="4" name="Picture 3" descr="tagnet_architec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463040"/>
            <a:ext cx="347472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DUAL-STREAM DESIGN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ResNet-50 Shared Backbone: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Extracts 2048-dimensional multiscale spatial features from input RGB-D.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Stream A: Geometric Grasp Head: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Generates candidate antipodal grasp quality Q_geom, angle maps, and widths.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Stream B: AGAM Affordance Branch: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Predicts pixel-wise semantic affordance probability mask M_aff ∈ [0, 1].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Hadamard Attention Gating: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Combines geometry and affordance via element-wise multiplication: Q_task = Q_geom ⊙ M_aff.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2]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Core Mathematical Equations &amp; Multi-Task Loss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1. CONTINUOUS ANGLE HARMONIC DECOMPOSITION</a:t>
            </a:r>
          </a:p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sin(2θ) ∈ [-1, 1],   cos(2θ) ∈ [-1, 1]</a:t>
            </a:r>
            <a:br/>
            <a:r>
              <a:t>θ = 0.5 · atan2(sin 2θ, cos 2θ)</a:t>
            </a:r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2. AFFORDANCE GATING EQUATION (AGAM)</a:t>
            </a:r>
          </a:p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Q_task(u, v) = (1 - α) · Q_geom(u, v) + α · [Q_geom(u, v) ⊙ M_aff(u, v)]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α = 0.0: Reverts to classical blind geometry baseline.</a:t>
            </a:r>
            <a:br/>
            <a:r>
              <a:t>• α = 1.0: Enforces strict semantic handle safety.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3. MULTI-TASK JOINT LOSS FUNCTION</a:t>
            </a:r>
          </a:p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L_total = L_qual + λ_ang · L_ang + λ_w · L_w + λ_aff · L_aff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• L_qual = Smooth_L1(Q_pred, Q_gt):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Huber loss for robust regression of grasp confidence.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• L_ang = ||sin 2θ - sin 2θ*||² + ||cos 2θ - cos 2θ*||²: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L2 angle vector loss resolving 180° gripper symmetry.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• L_w = L1(W_pred, W_gt):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Absolute error loss on gripper opening span.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• L_aff = BCE(M_aff, Y_aff):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Binary Cross-Entropy supervising semantic handle affordance probability.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2]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Ablation Study: Affordance Gating Factor (α) Sensitivity</a:t>
            </a:r>
          </a:p>
        </p:txBody>
      </p:sp>
      <p:pic>
        <p:nvPicPr>
          <p:cNvPr id="4" name="Picture 3" descr="plot3_alpha_ablatio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463040"/>
            <a:ext cx="347472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EMPIRICAL PROOF OF AGAM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At α = 0.0 (Pure Geometry):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Task-safe success is only 68.5%, with a massive 31.5% hazard violation rate.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Monotonic Safety Gain: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As α increases from 0.0 to 1.0, dangerous contacts drop monotonically from 31.5% to 0.0%.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Task Compliance at α = 1.0: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Achieves 100.0% task-safe affordance grasping without sacrificing mechanical grip strength.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Conclusion: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Proves that the AGAM gating module is the decisive factor preventing hazard contact.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2]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Orientation Invariance Across Arbitrary Table Angles (0° to 360°)</a:t>
            </a:r>
          </a:p>
        </p:txBody>
      </p:sp>
      <p:pic>
        <p:nvPicPr>
          <p:cNvPr id="4" name="Picture 3" descr="plot4_orientation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ROTATIONAL ROBUSTNESS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</a:defRPr>
            </a:pPr>
            <a:r>
              <a:t>• Tested Angles: 0°, 45°, 90°, 135°, 180°, 225°, 270°, 315°</a:t>
            </a:r>
            <a:br/>
            <a:r>
              <a:t>• Mean Angle Error: &lt; 4.8° (Tolerance limit is 10°)</a:t>
            </a:r>
            <a:br/>
            <a:r>
              <a:t>• Full Invariance: 2D harmonic angle detection reliably predicts the grasp angle θ at any arbitrary placement angle.</a:t>
            </a:r>
          </a:p>
        </p:txBody>
      </p:sp>
      <p:pic>
        <p:nvPicPr>
          <p:cNvPr id="6" name="Picture 5" descr="3d_mug_rotated_sa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56616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3]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6-DoF MuJoCo Physics Digital Twin &amp; Top-Down Kinematics</a:t>
            </a:r>
          </a:p>
        </p:txBody>
      </p:sp>
      <p:pic>
        <p:nvPicPr>
          <p:cNvPr id="4" name="Picture 3" descr="3d_knife_handover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6-DoF ANALYTICAL KINEMATICS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Top-Down Constraint: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j2 + j3 + j4 = π locks perpendicular vertical approach.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Dynamic Wrist Roll: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j5_wrist_roll = φ dynamically rotates parallel fingers to match object table orientation.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Physics Fidelity: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MuJoCo 3.15 HD with PBR friction contacts, gravity, and inertial dynamics.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6 Manipulation Phases: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Standby → Angle Alignment → Approach → Force Clamp → +180mm Lift → Task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3]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Executive Studio Dashboard &amp; Real-Time REST API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STUDIO DASHBOARD CAPABILITIES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Model Switcher: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Instant toggle between Proposed TAG-Net and Conventional Model baseline.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360° Orientation Slider: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Real-time table rotation sync with wrist roll IK.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Live 16:9 MuJoCo Stream: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Zero-lag MJPEG stream directly embedded in the browser.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Dynamic Safety Banner: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Glowing emerald pass badge vs pulsing crimson hazard alert.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FASTAPI REAL-TIME TELEMETRY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Ultra-Low Latency: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Inference completes in 17.69 ms on host CPU (56.5 FPS real-time throughput).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Asynchronous Endpoints: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/predict_grasp, /visualization.png, /simulation/stream, /simulation/telemetry.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Interactive Docs: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Full OpenAPI / Swagger interface available at http://localhost:8000/docs.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4K Desktop Launcher: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One-click native OpenGL desktop window for 60 FPS full orbit/zoom inspection.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3]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Empirical Benchmark Results &amp; Quantitative Evaluation</a:t>
            </a:r>
          </a:p>
        </p:txBody>
      </p:sp>
      <p:pic>
        <p:nvPicPr>
          <p:cNvPr id="4" name="Picture 3" descr="plot5_qualitative_explain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150" b="1">
                <a:solidFill>
                  <a:srgbClr val="38BDF8"/>
                </a:solidFill>
              </a:defRPr>
            </a:pPr>
            <a:r>
              <a:t>BENCHMARK METRICS (500 SAMPLES)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Mechanical Grip Success:</a:t>
            </a:r>
          </a:p>
          <a:p>
            <a:pPr>
              <a:spcAft>
                <a:spcPts val="500"/>
              </a:spcAft>
              <a:defRPr sz="900">
                <a:solidFill>
                  <a:srgbClr val="10B981"/>
                </a:solidFill>
              </a:defRPr>
            </a:pPr>
            <a:r>
              <a:t>  Baseline: 100.0%  →  TAG-Net: 100.0%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Task-Safe Affordance:</a:t>
            </a:r>
          </a:p>
          <a:p>
            <a:pPr>
              <a:spcAft>
                <a:spcPts val="500"/>
              </a:spcAft>
              <a:defRPr sz="900">
                <a:solidFill>
                  <a:srgbClr val="10B981"/>
                </a:solidFill>
              </a:defRPr>
            </a:pPr>
            <a:r>
              <a:t>  Baseline: 68.5%  →  TAG-Net: 100.0% (+31.5%)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Hazard Violation Rate:</a:t>
            </a:r>
          </a:p>
          <a:p>
            <a:pPr>
              <a:spcAft>
                <a:spcPts val="500"/>
              </a:spcAft>
              <a:defRPr sz="900">
                <a:solidFill>
                  <a:srgbClr val="10B981"/>
                </a:solidFill>
              </a:defRPr>
            </a:pPr>
            <a:r>
              <a:t>  Baseline: 31.5%  →  TAG-Net: 0.0% (-100%)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Mean Inference Latency:</a:t>
            </a:r>
          </a:p>
          <a:p>
            <a:pPr>
              <a:spcAft>
                <a:spcPts val="500"/>
              </a:spcAft>
              <a:defRPr sz="900">
                <a:solidFill>
                  <a:srgbClr val="10B981"/>
                </a:solidFill>
              </a:defRPr>
            </a:pPr>
            <a:r>
              <a:t>  Baseline: 16.63 ms  →  TAG-Net: 17.69 ms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Operating Throughput:</a:t>
            </a:r>
          </a:p>
          <a:p>
            <a:pPr>
              <a:spcAft>
                <a:spcPts val="500"/>
              </a:spcAft>
              <a:defRPr sz="900">
                <a:solidFill>
                  <a:srgbClr val="10B981"/>
                </a:solidFill>
              </a:defRPr>
            </a:pPr>
            <a:r>
              <a:t>  Baseline: 60.1 FPS  →  TAG-Net: 56.5 FPS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75488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SUMMARY OF CONTRIBUTIONS</a:t>
            </a:r>
          </a:p>
          <a:p>
            <a:pPr>
              <a:spcAft>
                <a:spcPts val="1600"/>
              </a:spcAft>
              <a:defRPr sz="2800" b="1">
                <a:solidFill>
                  <a:srgbClr val="F8FAFC"/>
                </a:solidFill>
              </a:defRPr>
            </a:pPr>
            <a:r>
              <a:t>Key Takeaways &amp; Conclusion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1. Identified Critical Flaw: Proved that state-of-the-art geometric grasping models suffer from semantic blindness on tools.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2. Novel AGAM Mechanism: Formulated affordance gating to decouple mechanical stability from task safety, eliminating hazard contacts.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3. Real-Time Performance: 17.69 ms forward pass (56.5 FPS) suitable for high-speed industrial and assistive robotics.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4. Full 6-DoF Physics Validation: Top-down IK with dynamic wrist roll rotation verified in MuJoCo 3.15 across Handover, Pick &amp; Place, and Work.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5. Complete Open-Source Artifact: Live Studio API, Google Colab EDA Notebook, and trained checkpoints publicly available.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Thank you for your attention. We are ready for your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